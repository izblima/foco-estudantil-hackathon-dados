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816" y="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cdc15cba4c_1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cdc15cba4c_1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cdc15cba4c_1_2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cdc15cba4c_1_2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cdc15cba4c_1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cdc15cba4c_1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cdc15cba4c_1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cdc15cba4c_1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cdc15cba4c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cdc15cba4c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cdc15cba4c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cdc15cba4c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cdc15cba4c_0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cdc15cba4c_0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_1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1C23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5.png"/><Relationship Id="rId7" Type="http://schemas.openxmlformats.org/officeDocument/2006/relationships/image" Target="../media/image1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jpg"/><Relationship Id="rId5" Type="http://schemas.openxmlformats.org/officeDocument/2006/relationships/image" Target="../media/image11.png"/><Relationship Id="rId10" Type="http://schemas.openxmlformats.org/officeDocument/2006/relationships/image" Target="../media/image7.png"/><Relationship Id="rId4" Type="http://schemas.openxmlformats.org/officeDocument/2006/relationships/image" Target="../media/image10.jpg"/><Relationship Id="rId9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7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/>
        </p:nvSpPr>
        <p:spPr>
          <a:xfrm>
            <a:off x="941925" y="1747100"/>
            <a:ext cx="71514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 dirty="0">
                <a:solidFill>
                  <a:schemeClr val="lt1"/>
                </a:solidFill>
              </a:rPr>
              <a:t>DIFICULDADES DE APRENDIZAGEM DOS ALUNOS. - EQUIPE 07</a:t>
            </a:r>
            <a:endParaRPr sz="2400" b="1" dirty="0">
              <a:solidFill>
                <a:schemeClr val="lt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5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1475" y="565075"/>
            <a:ext cx="3391175" cy="2260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5"/>
          <p:cNvPicPr preferRelativeResize="0"/>
          <p:nvPr/>
        </p:nvPicPr>
        <p:blipFill rotWithShape="1">
          <a:blip r:embed="rId4">
            <a:alphaModFix/>
          </a:blip>
          <a:srcRect b="9255"/>
          <a:stretch/>
        </p:blipFill>
        <p:spPr>
          <a:xfrm>
            <a:off x="5024713" y="565075"/>
            <a:ext cx="3454462" cy="2260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5"/>
          <p:cNvPicPr preferRelativeResize="0"/>
          <p:nvPr/>
        </p:nvPicPr>
        <p:blipFill rotWithShape="1">
          <a:blip r:embed="rId5">
            <a:alphaModFix/>
          </a:blip>
          <a:srcRect b="9255"/>
          <a:stretch/>
        </p:blipFill>
        <p:spPr>
          <a:xfrm>
            <a:off x="3011750" y="2714300"/>
            <a:ext cx="3308025" cy="2156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5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2825" y="880929"/>
            <a:ext cx="2534225" cy="3605696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6"/>
          <p:cNvSpPr txBox="1"/>
          <p:nvPr/>
        </p:nvSpPr>
        <p:spPr>
          <a:xfrm>
            <a:off x="1078275" y="991525"/>
            <a:ext cx="17229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>
                <a:solidFill>
                  <a:schemeClr val="lt1"/>
                </a:solidFill>
              </a:rPr>
              <a:t>MARCOS</a:t>
            </a:r>
            <a:endParaRPr sz="26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15875" y="267562"/>
            <a:ext cx="4875975" cy="4875928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1163" y="267550"/>
            <a:ext cx="6110224" cy="4875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7550" y="1629700"/>
            <a:ext cx="1884100" cy="188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51650" y="1050850"/>
            <a:ext cx="1379600" cy="137960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7"/>
          <p:cNvSpPr txBox="1"/>
          <p:nvPr/>
        </p:nvSpPr>
        <p:spPr>
          <a:xfrm>
            <a:off x="5031925" y="2701875"/>
            <a:ext cx="36687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400"/>
              <a:buChar char="●"/>
            </a:pPr>
            <a:r>
              <a:rPr lang="pt-BR" b="1">
                <a:solidFill>
                  <a:srgbClr val="FF9900"/>
                </a:solidFill>
              </a:rPr>
              <a:t>Mantenha o foco</a:t>
            </a:r>
            <a:endParaRPr b="1">
              <a:solidFill>
                <a:srgbClr val="FF9900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400"/>
              <a:buChar char="●"/>
            </a:pPr>
            <a:r>
              <a:rPr lang="pt-BR" b="1">
                <a:solidFill>
                  <a:srgbClr val="FF9900"/>
                </a:solidFill>
              </a:rPr>
              <a:t>Vença a procrastinação</a:t>
            </a:r>
            <a:endParaRPr b="1">
              <a:solidFill>
                <a:srgbClr val="FF9900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400"/>
              <a:buChar char="●"/>
            </a:pPr>
            <a:r>
              <a:rPr lang="pt-BR" b="1">
                <a:solidFill>
                  <a:srgbClr val="FF9900"/>
                </a:solidFill>
              </a:rPr>
              <a:t>Forme novos hábitos </a:t>
            </a:r>
            <a:endParaRPr b="1">
              <a:solidFill>
                <a:srgbClr val="FF9900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400"/>
              <a:buChar char="●"/>
            </a:pPr>
            <a:r>
              <a:rPr lang="pt-BR" b="1">
                <a:solidFill>
                  <a:srgbClr val="FF9900"/>
                </a:solidFill>
              </a:rPr>
              <a:t>Seja produtivo</a:t>
            </a:r>
            <a:endParaRPr b="1">
              <a:solidFill>
                <a:srgbClr val="FF99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accent4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5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15875" y="267562"/>
            <a:ext cx="4875975" cy="4875928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1163" y="267550"/>
            <a:ext cx="6110224" cy="4875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04637" y="1493775"/>
            <a:ext cx="2181476" cy="129065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8"/>
          <p:cNvSpPr txBox="1"/>
          <p:nvPr/>
        </p:nvSpPr>
        <p:spPr>
          <a:xfrm>
            <a:off x="5178225" y="1078275"/>
            <a:ext cx="2307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>
                <a:solidFill>
                  <a:schemeClr val="accent4"/>
                </a:solidFill>
              </a:rPr>
              <a:t> </a:t>
            </a:r>
            <a:r>
              <a:rPr lang="pt-BR" b="1">
                <a:solidFill>
                  <a:schemeClr val="accent4"/>
                </a:solidFill>
              </a:rPr>
              <a:t>METAS E OBJETIVOS</a:t>
            </a:r>
            <a:endParaRPr sz="1200" b="1">
              <a:solidFill>
                <a:schemeClr val="accent4"/>
              </a:solidFill>
            </a:endParaRPr>
          </a:p>
        </p:txBody>
      </p:sp>
      <p:pic>
        <p:nvPicPr>
          <p:cNvPr id="86" name="Google Shape;86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04637" y="3333975"/>
            <a:ext cx="2181476" cy="129065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8"/>
          <p:cNvSpPr/>
          <p:nvPr/>
        </p:nvSpPr>
        <p:spPr>
          <a:xfrm>
            <a:off x="5452250" y="3464950"/>
            <a:ext cx="1884000" cy="1028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8"/>
          <p:cNvSpPr txBox="1"/>
          <p:nvPr/>
        </p:nvSpPr>
        <p:spPr>
          <a:xfrm>
            <a:off x="5240300" y="2912575"/>
            <a:ext cx="23079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1">
                <a:solidFill>
                  <a:schemeClr val="accent4"/>
                </a:solidFill>
              </a:rPr>
              <a:t>METAS E OBJETIVOS SOMEM SE VOCÊ DESISTE</a:t>
            </a:r>
            <a:endParaRPr sz="1100" b="1">
              <a:solidFill>
                <a:schemeClr val="accent4"/>
              </a:solidFill>
            </a:endParaRPr>
          </a:p>
        </p:txBody>
      </p:sp>
      <p:pic>
        <p:nvPicPr>
          <p:cNvPr id="89" name="Google Shape;89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54450" y="900425"/>
            <a:ext cx="1884000" cy="188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03750" y="2964900"/>
            <a:ext cx="1150250" cy="24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03749" y="3496725"/>
            <a:ext cx="1150250" cy="24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15875" y="267562"/>
            <a:ext cx="4875928" cy="48759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1163" y="267550"/>
            <a:ext cx="6110224" cy="4875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70275" y="3213213"/>
            <a:ext cx="674099" cy="674099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0"/>
          <p:cNvSpPr txBox="1"/>
          <p:nvPr/>
        </p:nvSpPr>
        <p:spPr>
          <a:xfrm>
            <a:off x="738550" y="899175"/>
            <a:ext cx="2124600" cy="22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Char char="●"/>
            </a:pPr>
            <a:r>
              <a:rPr lang="pt-BR" b="1">
                <a:solidFill>
                  <a:schemeClr val="accent4"/>
                </a:solidFill>
              </a:rPr>
              <a:t>LISTA DE TAREFAS</a:t>
            </a:r>
            <a:endParaRPr b="1">
              <a:solidFill>
                <a:schemeClr val="accent4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Char char="●"/>
            </a:pPr>
            <a:r>
              <a:rPr lang="pt-BR" b="1">
                <a:solidFill>
                  <a:schemeClr val="accent4"/>
                </a:solidFill>
              </a:rPr>
              <a:t>POMODORO</a:t>
            </a:r>
            <a:endParaRPr b="1">
              <a:solidFill>
                <a:schemeClr val="accent4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500"/>
              <a:buChar char="●"/>
            </a:pPr>
            <a:r>
              <a:rPr lang="pt-BR" sz="1500" b="1">
                <a:solidFill>
                  <a:schemeClr val="accent4"/>
                </a:solidFill>
              </a:rPr>
              <a:t>CONQUISTAS: imagens, ícones, gifs, textos e outros para utilizar no seu quadro.</a:t>
            </a:r>
            <a:endParaRPr sz="1500" b="1">
              <a:solidFill>
                <a:schemeClr val="accent4"/>
              </a:solidFill>
            </a:endParaRPr>
          </a:p>
        </p:txBody>
      </p:sp>
      <p:pic>
        <p:nvPicPr>
          <p:cNvPr id="114" name="Google Shape;114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58525" y="3115575"/>
            <a:ext cx="674100" cy="1043773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0"/>
          <p:cNvSpPr txBox="1"/>
          <p:nvPr/>
        </p:nvSpPr>
        <p:spPr>
          <a:xfrm>
            <a:off x="5143525" y="954350"/>
            <a:ext cx="2391900" cy="23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Char char="●"/>
            </a:pPr>
            <a:r>
              <a:rPr lang="pt-BR" b="1">
                <a:solidFill>
                  <a:schemeClr val="accent4"/>
                </a:solidFill>
              </a:rPr>
              <a:t>GANHE RECOMPENSAS E DESBLOQUEIE OUTRAS IMAGENS </a:t>
            </a:r>
            <a:endParaRPr b="1">
              <a:solidFill>
                <a:schemeClr val="accent4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accent4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Char char="●"/>
            </a:pPr>
            <a:r>
              <a:rPr lang="pt-BR" b="1">
                <a:solidFill>
                  <a:schemeClr val="accent4"/>
                </a:solidFill>
              </a:rPr>
              <a:t>COMPARTILHE COM AMIGOS E COMPARE SEUS RESULTADOS</a:t>
            </a:r>
            <a:endParaRPr b="1">
              <a:solidFill>
                <a:schemeClr val="accent4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accent4"/>
              </a:solidFill>
            </a:endParaRPr>
          </a:p>
        </p:txBody>
      </p:sp>
      <p:pic>
        <p:nvPicPr>
          <p:cNvPr id="116" name="Google Shape;116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60702" y="3065800"/>
            <a:ext cx="1011142" cy="674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416645" y="3789675"/>
            <a:ext cx="1201728" cy="815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602550" y="3261113"/>
            <a:ext cx="320044" cy="2834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2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780919" y="4056488"/>
            <a:ext cx="320056" cy="2822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2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033924" y="3984950"/>
            <a:ext cx="1201725" cy="7109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15875" y="267562"/>
            <a:ext cx="4875975" cy="48759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1163" y="267550"/>
            <a:ext cx="6110224" cy="487595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1"/>
          <p:cNvSpPr txBox="1"/>
          <p:nvPr/>
        </p:nvSpPr>
        <p:spPr>
          <a:xfrm>
            <a:off x="5178225" y="1078275"/>
            <a:ext cx="2307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chemeClr val="accent4"/>
              </a:solidFill>
            </a:endParaRPr>
          </a:p>
        </p:txBody>
      </p:sp>
      <p:sp>
        <p:nvSpPr>
          <p:cNvPr id="128" name="Google Shape;128;p21"/>
          <p:cNvSpPr txBox="1"/>
          <p:nvPr/>
        </p:nvSpPr>
        <p:spPr>
          <a:xfrm>
            <a:off x="656900" y="941950"/>
            <a:ext cx="2307900" cy="29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>
                <a:solidFill>
                  <a:schemeClr val="accent4"/>
                </a:solidFill>
              </a:rPr>
              <a:t>    DESBLOQUEIE A      VERSÃO PRÓ</a:t>
            </a:r>
            <a:endParaRPr b="1">
              <a:solidFill>
                <a:schemeClr val="accent4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accent4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Char char="●"/>
            </a:pPr>
            <a:r>
              <a:rPr lang="pt-BR" b="1">
                <a:solidFill>
                  <a:schemeClr val="accent4"/>
                </a:solidFill>
              </a:rPr>
              <a:t>MONITORAMENTO DO USO DE CELULAR</a:t>
            </a:r>
            <a:endParaRPr b="1">
              <a:solidFill>
                <a:schemeClr val="accent4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accent4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Char char="●"/>
            </a:pPr>
            <a:r>
              <a:rPr lang="pt-BR" b="1">
                <a:solidFill>
                  <a:schemeClr val="accent4"/>
                </a:solidFill>
              </a:rPr>
              <a:t>ESTATÍSTICAS EM TEMPO REAL POR MEIO DE GRÁFICOS</a:t>
            </a:r>
            <a:endParaRPr b="1">
              <a:solidFill>
                <a:schemeClr val="accent4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accent4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Char char="●"/>
            </a:pPr>
            <a:r>
              <a:rPr lang="pt-BR" b="1">
                <a:solidFill>
                  <a:schemeClr val="accent4"/>
                </a:solidFill>
              </a:rPr>
              <a:t>COACH PRIVADO</a:t>
            </a:r>
            <a:endParaRPr b="1">
              <a:solidFill>
                <a:schemeClr val="accent4"/>
              </a:solidFill>
            </a:endParaRPr>
          </a:p>
        </p:txBody>
      </p:sp>
      <p:sp>
        <p:nvSpPr>
          <p:cNvPr id="129" name="Google Shape;129;p21"/>
          <p:cNvSpPr txBox="1"/>
          <p:nvPr/>
        </p:nvSpPr>
        <p:spPr>
          <a:xfrm>
            <a:off x="5378975" y="892375"/>
            <a:ext cx="1859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>
                <a:solidFill>
                  <a:schemeClr val="accent4"/>
                </a:solidFill>
              </a:rPr>
              <a:t>MONITORAMENTO</a:t>
            </a:r>
            <a:endParaRPr b="1">
              <a:solidFill>
                <a:schemeClr val="accent4"/>
              </a:solidFill>
            </a:endParaRPr>
          </a:p>
        </p:txBody>
      </p:sp>
      <p:pic>
        <p:nvPicPr>
          <p:cNvPr id="130" name="Google Shape;130;p21" title="Points scored"/>
          <p:cNvPicPr preferRelativeResize="0"/>
          <p:nvPr/>
        </p:nvPicPr>
        <p:blipFill rotWithShape="1">
          <a:blip r:embed="rId4">
            <a:alphaModFix/>
          </a:blip>
          <a:srcRect r="18593"/>
          <a:stretch/>
        </p:blipFill>
        <p:spPr>
          <a:xfrm>
            <a:off x="6417236" y="1722206"/>
            <a:ext cx="898074" cy="68214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1" name="Google Shape;131;p21"/>
          <p:cNvGrpSpPr/>
          <p:nvPr/>
        </p:nvGrpSpPr>
        <p:grpSpPr>
          <a:xfrm>
            <a:off x="5534203" y="1447578"/>
            <a:ext cx="706546" cy="723321"/>
            <a:chOff x="2727361" y="592571"/>
            <a:chExt cx="3678013" cy="3677281"/>
          </a:xfrm>
        </p:grpSpPr>
        <p:sp>
          <p:nvSpPr>
            <p:cNvPr id="132" name="Google Shape;132;p21"/>
            <p:cNvSpPr/>
            <p:nvPr/>
          </p:nvSpPr>
          <p:spPr>
            <a:xfrm>
              <a:off x="3297500" y="1165742"/>
              <a:ext cx="2540100" cy="2540100"/>
            </a:xfrm>
            <a:prstGeom prst="donut">
              <a:avLst>
                <a:gd name="adj" fmla="val 16067"/>
              </a:avLst>
            </a:prstGeom>
            <a:solidFill>
              <a:srgbClr val="000000">
                <a:alpha val="107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33" name="Google Shape;133;p21"/>
            <p:cNvCxnSpPr/>
            <p:nvPr/>
          </p:nvCxnSpPr>
          <p:spPr>
            <a:xfrm flipH="1">
              <a:off x="5517319" y="1638300"/>
              <a:ext cx="433500" cy="252300"/>
            </a:xfrm>
            <a:prstGeom prst="straightConnector1">
              <a:avLst/>
            </a:prstGeom>
            <a:noFill/>
            <a:ln w="19050" cap="flat" cmpd="sng">
              <a:solidFill>
                <a:srgbClr val="085631"/>
              </a:solidFill>
              <a:prstDash val="solid"/>
              <a:round/>
              <a:headEnd type="oval" w="med" len="med"/>
              <a:tailEnd type="none" w="sm" len="sm"/>
            </a:ln>
          </p:spPr>
        </p:cxnSp>
        <p:sp>
          <p:nvSpPr>
            <p:cNvPr id="134" name="Google Shape;134;p21"/>
            <p:cNvSpPr/>
            <p:nvPr/>
          </p:nvSpPr>
          <p:spPr>
            <a:xfrm rot="1800047">
              <a:off x="3219843" y="1086434"/>
              <a:ext cx="2690936" cy="2690936"/>
            </a:xfrm>
            <a:prstGeom prst="blockArc">
              <a:avLst>
                <a:gd name="adj1" fmla="val 14414370"/>
                <a:gd name="adj2" fmla="val 694"/>
                <a:gd name="adj3" fmla="val 9562"/>
              </a:avLst>
            </a:prstGeom>
            <a:solidFill>
              <a:srgbClr val="085631"/>
            </a:solidFill>
            <a:ln>
              <a:noFill/>
            </a:ln>
            <a:effectLst>
              <a:outerShdw blurRad="71438" dist="9525" dir="5400000" algn="b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21"/>
            <p:cNvSpPr/>
            <p:nvPr/>
          </p:nvSpPr>
          <p:spPr>
            <a:xfrm rot="-1800047" flipH="1">
              <a:off x="3221956" y="1086434"/>
              <a:ext cx="2690936" cy="2690936"/>
            </a:xfrm>
            <a:prstGeom prst="blockArc">
              <a:avLst>
                <a:gd name="adj1" fmla="val 14348563"/>
                <a:gd name="adj2" fmla="val 21472873"/>
                <a:gd name="adj3" fmla="val 9381"/>
              </a:avLst>
            </a:prstGeom>
            <a:solidFill>
              <a:srgbClr val="65F0AD"/>
            </a:solidFill>
            <a:ln>
              <a:noFill/>
            </a:ln>
            <a:effectLst>
              <a:outerShdw blurRad="71438" dist="9525" dir="5400000" algn="b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21"/>
            <p:cNvSpPr/>
            <p:nvPr/>
          </p:nvSpPr>
          <p:spPr>
            <a:xfrm rot="-8100000">
              <a:off x="4382715" y="1027393"/>
              <a:ext cx="363170" cy="363170"/>
            </a:xfrm>
            <a:prstGeom prst="rtTriangle">
              <a:avLst/>
            </a:prstGeom>
            <a:solidFill>
              <a:srgbClr val="65F0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21"/>
            <p:cNvSpPr/>
            <p:nvPr/>
          </p:nvSpPr>
          <p:spPr>
            <a:xfrm rot="-9000757" flipH="1">
              <a:off x="3220953" y="1084808"/>
              <a:ext cx="2690226" cy="2690226"/>
            </a:xfrm>
            <a:prstGeom prst="blockArc">
              <a:avLst>
                <a:gd name="adj1" fmla="val 14316164"/>
                <a:gd name="adj2" fmla="val 21502663"/>
                <a:gd name="adj3" fmla="val 9415"/>
              </a:avLst>
            </a:prstGeom>
            <a:solidFill>
              <a:srgbClr val="0E9453"/>
            </a:solidFill>
            <a:ln>
              <a:noFill/>
            </a:ln>
            <a:effectLst>
              <a:outerShdw blurRad="71438" dist="9525" dir="5400000" algn="b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21"/>
            <p:cNvSpPr/>
            <p:nvPr/>
          </p:nvSpPr>
          <p:spPr>
            <a:xfrm rot="-1027861">
              <a:off x="5485874" y="2849832"/>
              <a:ext cx="312672" cy="312672"/>
            </a:xfrm>
            <a:prstGeom prst="rtTriangle">
              <a:avLst/>
            </a:prstGeom>
            <a:solidFill>
              <a:srgbClr val="0856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21"/>
            <p:cNvSpPr/>
            <p:nvPr/>
          </p:nvSpPr>
          <p:spPr>
            <a:xfrm rot="6359841">
              <a:off x="3315801" y="2847762"/>
              <a:ext cx="363580" cy="363580"/>
            </a:xfrm>
            <a:prstGeom prst="rtTriangle">
              <a:avLst/>
            </a:prstGeom>
            <a:solidFill>
              <a:srgbClr val="0E94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40" name="Google Shape;140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65037" y="3017650"/>
            <a:ext cx="1086976" cy="723325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1"/>
          <p:cNvSpPr txBox="1"/>
          <p:nvPr/>
        </p:nvSpPr>
        <p:spPr>
          <a:xfrm>
            <a:off x="5402625" y="2460200"/>
            <a:ext cx="18591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>
                <a:solidFill>
                  <a:schemeClr val="accent4"/>
                </a:solidFill>
              </a:rPr>
              <a:t>COACH PARA TRAÇAR UM MAPA</a:t>
            </a:r>
            <a:endParaRPr b="1">
              <a:solidFill>
                <a:schemeClr val="accent4"/>
              </a:solidFill>
            </a:endParaRPr>
          </a:p>
        </p:txBody>
      </p:sp>
      <p:pic>
        <p:nvPicPr>
          <p:cNvPr id="142" name="Google Shape;142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92388" y="3840125"/>
            <a:ext cx="2193725" cy="822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15875" y="267562"/>
            <a:ext cx="4875975" cy="48759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1163" y="267550"/>
            <a:ext cx="6110224" cy="487595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2"/>
          <p:cNvSpPr txBox="1"/>
          <p:nvPr/>
        </p:nvSpPr>
        <p:spPr>
          <a:xfrm>
            <a:off x="5178225" y="1078275"/>
            <a:ext cx="2307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chemeClr val="accent4"/>
              </a:solidFill>
            </a:endParaRPr>
          </a:p>
        </p:txBody>
      </p:sp>
      <p:sp>
        <p:nvSpPr>
          <p:cNvPr id="150" name="Google Shape;150;p22"/>
          <p:cNvSpPr txBox="1"/>
          <p:nvPr/>
        </p:nvSpPr>
        <p:spPr>
          <a:xfrm>
            <a:off x="855200" y="892375"/>
            <a:ext cx="2144100" cy="32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 b="1">
                <a:solidFill>
                  <a:schemeClr val="accent4"/>
                </a:solidFill>
              </a:rPr>
              <a:t>ASSIM É POSSÍVEL!</a:t>
            </a:r>
            <a:endParaRPr sz="1300" b="1">
              <a:solidFill>
                <a:schemeClr val="accent4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b="1">
              <a:solidFill>
                <a:schemeClr val="accent4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 b="1">
                <a:solidFill>
                  <a:schemeClr val="accent4"/>
                </a:solidFill>
              </a:rPr>
              <a:t> ACOMPANHE SUAS CONQUISTAS E A CONSTRUÇÃO DO SEU QUADRO. ALCANCE SUAS METAS E OBJETIVOS, FORME NOVOS HÁBITOS, VENÇA A PROCRASTINAÇÃO E SE </a:t>
            </a:r>
            <a:r>
              <a:rPr lang="pt-BR" sz="1300" b="1">
                <a:solidFill>
                  <a:schemeClr val="dk1"/>
                </a:solidFill>
              </a:rPr>
              <a:t>MANTENHA FOCADO</a:t>
            </a: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accent4"/>
              </a:solidFill>
            </a:endParaRPr>
          </a:p>
        </p:txBody>
      </p:sp>
      <p:sp>
        <p:nvSpPr>
          <p:cNvPr id="151" name="Google Shape;151;p22"/>
          <p:cNvSpPr txBox="1"/>
          <p:nvPr/>
        </p:nvSpPr>
        <p:spPr>
          <a:xfrm>
            <a:off x="5378975" y="892375"/>
            <a:ext cx="1859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accent4"/>
              </a:solidFill>
            </a:endParaRPr>
          </a:p>
        </p:txBody>
      </p:sp>
      <p:pic>
        <p:nvPicPr>
          <p:cNvPr id="152" name="Google Shape;152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17251" y="3530575"/>
            <a:ext cx="563375" cy="56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22600" y="4093974"/>
            <a:ext cx="952270" cy="56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90125" y="892375"/>
            <a:ext cx="1884100" cy="188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823567" y="4043561"/>
            <a:ext cx="797082" cy="664225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2"/>
          <p:cNvSpPr txBox="1"/>
          <p:nvPr/>
        </p:nvSpPr>
        <p:spPr>
          <a:xfrm>
            <a:off x="5589675" y="3519900"/>
            <a:ext cx="1684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22"/>
          <p:cNvSpPr txBox="1"/>
          <p:nvPr/>
        </p:nvSpPr>
        <p:spPr>
          <a:xfrm>
            <a:off x="5478125" y="2949775"/>
            <a:ext cx="18591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Equipe: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Izabel Lima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Esther Belo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Vivian Seixas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Words>132</Words>
  <Application>Microsoft Office PowerPoint</Application>
  <PresentationFormat>Apresentação na tela (16:9)</PresentationFormat>
  <Paragraphs>30</Paragraphs>
  <Slides>8</Slides>
  <Notes>8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0" baseType="lpstr">
      <vt:lpstr>Arial</vt:lpstr>
      <vt:lpstr>Simple Light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cp:lastModifiedBy>user</cp:lastModifiedBy>
  <cp:revision>3</cp:revision>
  <dcterms:modified xsi:type="dcterms:W3CDTF">2025-12-21T18:32:07Z</dcterms:modified>
</cp:coreProperties>
</file>